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B2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F1B2D"/>
                </a:solidFill>
                <a:latin typeface="Calibri"/>
              </a:rPr>
              <a:t>Portfolio loss by triggered event (% of $3,975M)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loss (%)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6E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6E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6E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7F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Macro, N. America</c:v>
                  </c:pt>
                  <c:pt idx="1">
                    <c:v>Credit, Europe</c:v>
                  </c:pt>
                  <c:pt idx="2">
                    <c:v>Geopolitical, Asia</c:v>
                  </c:pt>
                  <c:pt idx="3">
                    <c:v>Geopolitical, Mid. East</c:v>
                  </c:pt>
                  <c:pt idx="4">
                    <c:v>Cyber, Europe</c:v>
                  </c:pt>
                  <c:pt idx="5">
                    <c:v>Nat. disaster, Asia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8.79</c:v>
                </c:pt>
                <c:pt idx="1">
                  <c:v>7.75</c:v>
                </c:pt>
                <c:pt idx="2">
                  <c:v>4.69</c:v>
                </c:pt>
                <c:pt idx="3">
                  <c:v>4.48</c:v>
                </c:pt>
                <c:pt idx="4">
                  <c:v>2.54</c:v>
                </c:pt>
                <c:pt idx="5">
                  <c:v>2.14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B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8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problem: risk teams get hit by unstructured news faster than they can translate it into portfolio impact. RiskPulse closes that gap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RiskPulse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headlines to stress tests: an AI/NLP risk engine with event-driven portfolio stress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822960" cy="54864"/>
          </a:xfrm>
          <a:prstGeom prst="rect">
            <a:avLst/>
          </a:prstGeom>
          <a:solidFill>
            <a:srgbClr val="6FA8E0"/>
          </a:solidFill>
          <a:ln w="12700">
            <a:solidFill>
              <a:srgbClr val="6FA8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Module B, Strategic Portfolio Stress Testing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and 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teams read the news; the portfolio only moves when someone runs the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92024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Read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live news headlines and social posts and normalise them into one document schema.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645920"/>
            <a:ext cx="192024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Score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194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NLP engine returns a sentiment score, an event class and an impact score from 1 to 10 for every item.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1920240" cy="54864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Stress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194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signal with impact above 7 triggers a stress test on a synthetic wholesale-banking book.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645920"/>
            <a:ext cx="1920240" cy="5486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Show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194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compares portfolio value before and after, with loss against risk limits.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the gap between a headline and a quantified, limit-checked loss estimate shrinks from hours to seconds, and every number traces back to the text that caused it.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RiskPulse  |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from raw text to a limit-checked loss estimate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3716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News: live RSS feeds, GDELT, files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Social: Twitter/X posts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33172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71700" y="1645920"/>
            <a:ext cx="1371600" cy="411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7170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71700" y="205740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44852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to one Document schema (text, time, source, reach)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43300" y="233172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86200" y="1645920"/>
            <a:ext cx="1371600" cy="411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8620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Risk Engine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86200" y="205740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9352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-1..1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class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1..10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33172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00700" y="1645920"/>
            <a:ext cx="1371600" cy="41148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0070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00700" y="205740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73852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when impact &gt; 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library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Revalue positions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972300" y="2331720"/>
            <a:ext cx="342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15200" y="1645920"/>
            <a:ext cx="1371600" cy="411480"/>
          </a:xfrm>
          <a:prstGeom prst="rect">
            <a:avLst/>
          </a:prstGeom>
          <a:solidFill>
            <a:srgbClr val="1B7F5C"/>
          </a:solidFill>
          <a:ln w="12700">
            <a:solidFill>
              <a:srgbClr val="1B7F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1645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0" y="205740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88352" y="2103120"/>
            <a:ext cx="12252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 value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status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and losers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143500" y="352044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4350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positions, $4.0B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29300" y="3154680"/>
            <a:ext cx="0" cy="365760"/>
          </a:xfrm>
          <a:prstGeom prst="line">
            <a:avLst/>
          </a:prstGeom>
          <a:noFill/>
          <a:ln w="15875">
            <a:solidFill>
              <a:srgbClr val="5C6879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57200" y="35204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written to signals.jsonl and served over HTTP, so any downstream module can subscribe.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RiskPulse  |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Engine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scoring: every number can be explained to a risk reviewer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554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lexicon with negation and intensifiers, squashed to -1..1. FinBERT optional.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23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class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423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patterns over 10 classes, with a confidence. Geopolitical, Credit, Macro, Cyber, M&amp;A and more.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91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1-10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2918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base severity + sentiment (negative weighs more) + severity terms + amounts and % + social reach, scaled by source credibility.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1554480"/>
            <a:ext cx="3383280" cy="2926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0" y="1645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(news)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874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lender defaults on $4 billion of bonds; creditors seek restructuring.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560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(signal)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7889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event_type: Credit Event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sentiment_score: -0.96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impact_score: 10.0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entities: [DB]  region: Europe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7FD1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rationale: base 6.5, sentiment +2.4, severity +1.2, size +0.5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RiskPulse  |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B: stress testing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class picks the shock set; impact score sets how hard it hits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005840"/>
                <a:gridCol w="100584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(full severity)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Yields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+110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FX -7%, JPY and CHF 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Macroeconomic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+125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estate and tech hit harder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Event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+180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Financials 1.7x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Cyber/Operational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Financials and tech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Disaster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 bp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 in region, 0.4x elsewhere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Revaluation by asset type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4904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Bonds: duration-convexity plus spread duration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Loans: spread mark-down plus PD-scaled expected loss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(DV01) and CVA, FX forwards, options (delta-gamma)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split into rates, credit, equity and FX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852160" y="37490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WARNING beyond -2.5% of portfolio value, BREACH beyond -5%.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RiskPulse  |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on the sample feed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23 signals crossed the threshold; 2 breached the 5% loss limit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85216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run shows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8745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a macro rate shock costs $349M (8.8%)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contagion costs $308M, mostly in bonds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and Twitter corroborate each trigger, so one event is not run twice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breach, amber = warning, green = within limits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RiskPulse  |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impact and next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19050">
            <a:solidFill>
              <a:srgbClr val="0F1B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unstructured news into limit-checked P&amp;L estimates in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end to end: signal rationale, shock table, risk-factor attribution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Modular: the engine's signal format also feeds Module A rebalancing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54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next steps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2024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NLP misses sarcasm: fine-tune on the Kaggle financial news and tweet datasets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Shocks are assumptions: calibrate to realised moves after historical GDELT events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pricing and additive combined loss: add correlations and full revaluation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only: not a regulatory capital model. All data is public or synthetic.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RiskPulse  |  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RiskPulse: AI/NLP Risk Engine + Event-Driven Stress Testing</dc:title>
  <dc:subject>PptxGenJS Presentation</dc:subject>
  <dc:creator>PptxGenJS</dc:creator>
  <cp:lastModifiedBy>PptxGenJS</cp:lastModifiedBy>
  <cp:revision>1</cp:revision>
  <dcterms:created xsi:type="dcterms:W3CDTF">2026-10-11T07:51:01Z</dcterms:created>
  <dcterms:modified xsi:type="dcterms:W3CDTF">2026-10-11T07:51:01Z</dcterms:modified>
</cp:coreProperties>
</file>